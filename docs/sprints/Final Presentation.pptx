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f8120ec-0c3c-c9e2-cc5e-3a437c526854}">
          <p14:sldIdLst>
            <p14:sldId id="256"/>
            <p14:sldId id="257"/>
            <p14:sldId id="258"/>
          </p14:sldIdLst>
        </p14:section>
        <p14:section name="How it was built" id="{9660beb3-4cf1-c7c1-72ee-1ff642f2b15c}">
          <p14:sldIdLst>
            <p14:sldId id="259"/>
            <p14:sldId id="260"/>
            <p14:sldId id="261"/>
          </p14:sldIdLst>
        </p14:section>
        <p14:section name="Results" id="{60dc5c61-639d-656a-1b3f-29819acd2c3e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A1128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A1128"/>
                </a:solidFill>
                <a:latin typeface="+mn-lt"/>
              </a:rPr>
              <a:t>Story points delivered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Story points</c:v>
                </c:pt>
              </c:strCache>
            </c:strRef>
          </c:tx>
          <c:spPr>
            <a:solidFill>
              <a:srgbClr val="132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0A11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Sprint 1 (19–23 Oct)</c:v>
                  </c:pt>
                  <c:pt idx="1">
                    <c:v>Sprint 2 (26–30 Oct)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</c:v>
                </c:pt>
                <c:pt idx="1">
                  <c:v>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0A11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A11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each person's feature area: Deekshith identity and admin, Sharath listings, Guru applications, Sukruth aptitude tests and analytics. Say that the talk ends with the deviations from the submitted documents, as the brief requires.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point is that students and the placement cell each see only half of the picture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gets in-app notifications, and status changes are also emailed. These flows are all in the demo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ADRs in docs/adr give the reasons. The biggest change from the SAD is that analytics runs inside the Node API, with no Python service. That is ADR-3 and deviation rows 12 and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project board if time allows. The issue count and story points come from the board. Four estimates were missing and were filled in at release: #19, #20 and #23 at 5 points, and #21 at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up front that the video runs on a local build with demo data and is sped up, and that some setup was done off camera through the real API: nine test questions, one listing, one applicant and two earlier test results. Personas and the resume are made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 the 56 IDs, 52 pass, 3 are pending and QA-2 is out of scope. These are local runs: the client, API and database shared one laptop. Full evidence is in docs/testing/test-report.md.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requires deviations to be explained at the final demo. DEVIATIONS.md has all 26 rows. Be ready to explain row 24 yourselves: some PRs were raised by someone other than the assignee, four merged with no review, and the last PRs bundled several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this plainly. The product works and is tested locally, but it has not been deployed. The steps for each check are in section 6 of the test report. UAT is planned for 19 to 21 November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README links the video, docs, test report and deviations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OIPPP  ·  Final demo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OIPPP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Online Internship &amp; Placement Preparation Portal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Deekshith Gowda G   ·   Sharath HG   ·   Guru R Bharadwaj   ·   E S Sukruth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Software Engineering mini-project   ·   PES University   ·   Release 1.0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Prep and placement live in two places</a:t>
            </a:r>
            <a:endParaRPr lang="en-US" sz="3600" dirty="0"/>
          </a:p>
        </p:txBody>
      </p:sp>
      <p:sp>
        <p:nvSpPr>
          <p:cNvPr id="3" name="Before: internships"/>
          <p:cNvSpPr/>
          <p:nvPr/>
        </p:nvSpPr>
        <p:spPr>
          <a:xfrm>
            <a:off x="548640" y="1554480"/>
            <a:ext cx="521208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internships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Scattered notice boards and mail threads, with no shared record of who applied or what happened next.</a:t>
            </a:r>
            <a:endParaRPr lang="en-US" sz="1800" dirty="0"/>
          </a:p>
        </p:txBody>
      </p:sp>
      <p:sp>
        <p:nvSpPr>
          <p:cNvPr id="6" name="Before: preparation"/>
          <p:cNvSpPr/>
          <p:nvPr/>
        </p:nvSpPr>
        <p:spPr>
          <a:xfrm>
            <a:off x="6400800" y="1554480"/>
            <a:ext cx="521208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Practising for aptitude rounds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Unrelated third-party sites, so nobody can see whether a student is ready for the roles they apply to.</a:t>
            </a:r>
            <a:endParaRPr lang="en-US" sz="1800" dirty="0"/>
          </a:p>
        </p:txBody>
      </p:sp>
      <p:sp>
        <p:nvSpPr>
          <p:cNvPr id="9" name="OIPPP answer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OIPPP puts both behind one login, so preparation and application history inform each other.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Three roles share one portal</a:t>
            </a:r>
            <a:endParaRPr lang="en-US" sz="3600" dirty="0"/>
          </a:p>
        </p:txBody>
      </p:sp>
      <p:sp>
        <p:nvSpPr>
          <p:cNvPr id="3" name="Role Student"/>
          <p:cNvSpPr/>
          <p:nvPr/>
        </p:nvSpPr>
        <p:spPr>
          <a:xfrm>
            <a:off x="548640" y="1554480"/>
            <a:ext cx="3474720" cy="4297680"/>
          </a:xfrm>
          <a:prstGeom prst="roundRect">
            <a:avLst>
              <a:gd name="adj" fmla="val 210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Profile and PDF resume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Search, bookmark, apply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Timed tests that survive a refresh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Score trends and weakest topics</a:t>
            </a:r>
            <a:endParaRPr lang="en-US" sz="1800" dirty="0"/>
          </a:p>
        </p:txBody>
      </p:sp>
      <p:sp>
        <p:nvSpPr>
          <p:cNvPr id="6" name="Role Recruiter"/>
          <p:cNvSpPr/>
          <p:nvPr/>
        </p:nvSpPr>
        <p:spPr>
          <a:xfrm>
            <a:off x="4343400" y="1554480"/>
            <a:ext cx="3474720" cy="42976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4688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Register, then wait for approval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Post, edit and close listings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Review applicants and resumes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Move each application to Offer or Rejected</a:t>
            </a:r>
            <a:endParaRPr lang="en-US" sz="1800" dirty="0"/>
          </a:p>
        </p:txBody>
      </p:sp>
      <p:sp>
        <p:nvSpPr>
          <p:cNvPr id="9" name="Role Placement Admin"/>
          <p:cNvSpPr/>
          <p:nvPr/>
        </p:nvSpPr>
        <p:spPr>
          <a:xfrm>
            <a:off x="8138160" y="1554480"/>
            <a:ext cx="3474720" cy="42976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Admin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688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Approve recruiters, disable accounts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One-offer policy switch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Question bank and tests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Statistics and CSV export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API and one database keep the free tier simple</a:t>
            </a:r>
            <a:endParaRPr lang="en-US" sz="3600" dirty="0"/>
          </a:p>
        </p:txBody>
      </p:sp>
      <p:pic>
        <p:nvPicPr>
          <p:cNvPr id="3" name="Image 0" descr="Component diagram: React client, Express API modules and MongoD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28232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06640" y="14173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client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406640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Vite single-page app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2514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modular monolith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2944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folder per feature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3611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replica set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4041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Transactions and GridFS resumes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4709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in-process jobs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5138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Test timeout, deadlines, email retry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Two sprints delivered all 38 backlog issues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issues, 19 in each sprint"/>
          <p:cNvSpPr/>
          <p:nvPr/>
        </p:nvSpPr>
        <p:spPr>
          <a:xfrm>
            <a:off x="6766560" y="1371600"/>
            <a:ext cx="22860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995160" y="1600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99516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issues, 19 in each sprint</a:t>
            </a:r>
            <a:endParaRPr lang="en-US" sz="1500" dirty="0"/>
          </a:p>
        </p:txBody>
      </p:sp>
      <p:sp>
        <p:nvSpPr>
          <p:cNvPr id="7" name="Stat story points in total"/>
          <p:cNvSpPr/>
          <p:nvPr/>
        </p:nvSpPr>
        <p:spPr>
          <a:xfrm>
            <a:off x="9326880" y="1371600"/>
            <a:ext cx="22860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55480" y="1600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55548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story points in total</a:t>
            </a:r>
            <a:endParaRPr lang="en-US" sz="1500" dirty="0"/>
          </a:p>
        </p:txBody>
      </p:sp>
      <p:sp>
        <p:nvSpPr>
          <p:cNvPr id="10" name="Process"/>
          <p:cNvSpPr/>
          <p:nvPr/>
        </p:nvSpPr>
        <p:spPr>
          <a:xfrm>
            <a:off x="6766560" y="3383280"/>
            <a:ext cx="4846320" cy="2468880"/>
          </a:xfrm>
          <a:prstGeom prst="roundRect">
            <a:avLst>
              <a:gd name="adj" fmla="val 29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0" y="356616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GitHub Projects board with both sprints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PRs into dev, CI on every PR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main synced from dev at each release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Differences logged in DEVIATIONS.md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Demo: one placement, start to finish</a:t>
            </a:r>
            <a:endParaRPr lang="en-US" sz="3600" dirty="0"/>
          </a:p>
        </p:txBody>
      </p:sp>
      <p:pic>
        <p:nvPicPr>
          <p:cNvPr id="3" name="Image 0" descr="Recruiter reviewing an applicant and their resume in the de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42153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15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Play Sprint 2 Demo.mp4 (4:22), or run the app live.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1417320"/>
            <a:ext cx="3200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Sign-up and admin approval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Listing, resume, apply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Review through to Offer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Timed test, refresh and reconnect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Statistics and CSV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Lockout and 360 px view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52 of 56 requirement IDs pass with evidence</a:t>
            </a:r>
            <a:endParaRPr lang="en-US" sz="3600" dirty="0"/>
          </a:p>
        </p:txBody>
      </p:sp>
      <p:sp>
        <p:nvSpPr>
          <p:cNvPr id="3" name="Stat automated tests passing"/>
          <p:cNvSpPr/>
          <p:nvPr/>
        </p:nvSpPr>
        <p:spPr>
          <a:xfrm>
            <a:off x="548640" y="1463040"/>
            <a:ext cx="347472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automated tests passing</a:t>
            </a:r>
            <a:endParaRPr lang="en-US" sz="1500" dirty="0"/>
          </a:p>
        </p:txBody>
      </p:sp>
      <p:sp>
        <p:nvSpPr>
          <p:cNvPr id="6" name="Stat server statement coverage"/>
          <p:cNvSpPr/>
          <p:nvPr/>
        </p:nvSpPr>
        <p:spPr>
          <a:xfrm>
            <a:off x="4343400" y="1463040"/>
            <a:ext cx="347472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95.16%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514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server statement coverage</a:t>
            </a:r>
            <a:endParaRPr lang="en-US" sz="1500" dirty="0"/>
          </a:p>
        </p:txBody>
      </p:sp>
      <p:sp>
        <p:nvSpPr>
          <p:cNvPr id="9" name="Stat search p95, 5,000 listings"/>
          <p:cNvSpPr/>
          <p:nvPr/>
        </p:nvSpPr>
        <p:spPr>
          <a:xfrm>
            <a:off x="8138160" y="1463040"/>
            <a:ext cx="347472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ms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514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search p95, 5,000 listings</a:t>
            </a:r>
            <a:endParaRPr lang="en-US" sz="1500" dirty="0"/>
          </a:p>
        </p:txBody>
      </p:sp>
      <p:sp>
        <p:nvSpPr>
          <p:cNvPr id="12" name="Stat slowest dashboard render"/>
          <p:cNvSpPr/>
          <p:nvPr/>
        </p:nvSpPr>
        <p:spPr>
          <a:xfrm>
            <a:off x="548640" y="3566160"/>
            <a:ext cx="34747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94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 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617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slowest dashboard render</a:t>
            </a:r>
            <a:endParaRPr lang="en-US" sz="1500" dirty="0"/>
          </a:p>
        </p:txBody>
      </p:sp>
      <p:sp>
        <p:nvSpPr>
          <p:cNvPr id="15" name="Stat known vulnerable dependencies"/>
          <p:cNvSpPr/>
          <p:nvPr/>
        </p:nvSpPr>
        <p:spPr>
          <a:xfrm>
            <a:off x="4343400" y="3566160"/>
            <a:ext cx="34747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794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617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known vulnerable dependencies</a:t>
            </a:r>
            <a:endParaRPr lang="en-US" sz="1500" dirty="0"/>
          </a:p>
        </p:txBody>
      </p:sp>
      <p:sp>
        <p:nvSpPr>
          <p:cNvPr id="18" name="Stat High alerts, local ZAP scan"/>
          <p:cNvSpPr/>
          <p:nvPr/>
        </p:nvSpPr>
        <p:spPr>
          <a:xfrm>
            <a:off x="8138160" y="3566160"/>
            <a:ext cx="34747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3794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617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High alerts, local ZAP scan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Main deviations from the submitted documents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57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analytics service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Aggregations in the Node API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service on the free tier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answers allowed for 30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cutoff at the deadline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rule for every student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layer in each module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Routes, service,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Controllers only passed calls 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 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8 and React Router 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versions had known advisories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MB resume returns 400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413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SAD and is accurate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Two-minute Sprint 2 video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4:22 video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all three roles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Frozen at v1.0.0, with these checks still open</a:t>
            </a:r>
            <a:endParaRPr lang="en-US" sz="3600" dirty="0"/>
          </a:p>
        </p:txBody>
      </p:sp>
      <p:sp>
        <p:nvSpPr>
          <p:cNvPr id="3" name="Open Needs the live URL"/>
          <p:cNvSpPr/>
          <p:nvPr/>
        </p:nvSpPr>
        <p:spPr>
          <a:xfrm>
            <a:off x="548640" y="1554480"/>
            <a:ext cx="34747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the live URL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SEC-2 HTTPS and TLS grade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ZAP scan on the deployed site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Load rerun on a VM or Render</a:t>
            </a:r>
            <a:endParaRPr lang="en-US" sz="1800" dirty="0"/>
          </a:p>
        </p:txBody>
      </p:sp>
      <p:sp>
        <p:nvSpPr>
          <p:cNvPr id="6" name="Open Needs people"/>
          <p:cNvSpPr/>
          <p:nvPr/>
        </p:nvSpPr>
        <p:spPr>
          <a:xfrm>
            <a:off x="4343400" y="1554480"/>
            <a:ext cx="34747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people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4688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UAT with five students and a recruiter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real phone at 360 px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Mailtrap inbox check</a:t>
            </a:r>
            <a:endParaRPr lang="en-US" sz="1800" dirty="0"/>
          </a:p>
        </p:txBody>
      </p:sp>
      <p:sp>
        <p:nvSpPr>
          <p:cNvPr id="9" name="Open Out of scope"/>
          <p:cNvSpPr/>
          <p:nvPr/>
        </p:nvSpPr>
        <p:spPr>
          <a:xfrm>
            <a:off x="8138160" y="1554480"/>
            <a:ext cx="34747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688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QA-2 availability, which needs a full placement season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Questions?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github.com/Online-Internship-Placement-Prep-Portal/OIPPP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IPPP Royal">
  <a:themeElements>
    <a:clrScheme name="OIPPP Royal">
      <a:dk1>
        <a:srgbClr val="0A1128"/>
      </a:dk1>
      <a:lt1>
        <a:srgbClr val="FFFFFF"/>
      </a:lt1>
      <a:dk2>
        <a:srgbClr val="13234F"/>
      </a:dk2>
      <a:lt2>
        <a:srgbClr val="EEF1F8"/>
      </a:lt2>
      <a:accent1>
        <a:srgbClr val="C9A227"/>
      </a:accent1>
      <a:accent2>
        <a:srgbClr val="13234F"/>
      </a:accent2>
      <a:accent3>
        <a:srgbClr val="3D5A9E"/>
      </a:accent3>
      <a:accent4>
        <a:srgbClr val="8A7016"/>
      </a:accent4>
      <a:accent5>
        <a:srgbClr val="5B6B8C"/>
      </a:accent5>
      <a:accent6>
        <a:srgbClr val="000000"/>
      </a:accent6>
      <a:hlink>
        <a:srgbClr val="13234F"/>
      </a:hlink>
      <a:folHlink>
        <a:srgbClr val="5B6B8C"/>
      </a:folHlink>
    </a:clrScheme>
    <a:fontScheme name="OIPPP Roy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OIPPP final presentation</dc:title>
  <dc:subject>PptxGenJS Presentation</dc:subject>
  <dc:creator>OIPPP team</dc:creator>
  <cp:lastModifiedBy>OIPPP team</cp:lastModifiedBy>
  <cp:revision>1</cp:revision>
  <dcterms:created xsi:type="dcterms:W3CDTF">2026-10-30T15:26:58Z</dcterms:created>
  <dcterms:modified xsi:type="dcterms:W3CDTF">2026-10-30T15:26:58Z</dcterms:modified>
</cp:coreProperties>
</file>